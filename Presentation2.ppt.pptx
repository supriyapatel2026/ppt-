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FBEEC-22E5-4A30-AF9A-68B7C9BA847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385983E-C777-4E87-A8D3-A1D3518915E8}">
      <dgm:prSet phldrT="[Text]" phldr="0"/>
      <dgm:spPr/>
      <dgm:t>
        <a:bodyPr/>
        <a:lstStyle/>
        <a:p>
          <a:endParaRPr lang="en-IN" dirty="0"/>
        </a:p>
      </dgm:t>
    </dgm:pt>
    <dgm:pt modelId="{024FF146-8D89-47F4-8C3F-BC9CC10E5019}" type="parTrans" cxnId="{53F06112-F035-4700-B574-53344351AB73}">
      <dgm:prSet/>
      <dgm:spPr/>
      <dgm:t>
        <a:bodyPr/>
        <a:lstStyle/>
        <a:p>
          <a:endParaRPr lang="en-IN"/>
        </a:p>
      </dgm:t>
    </dgm:pt>
    <dgm:pt modelId="{0CB602C8-9078-4E09-AA1E-A7298C38FFD0}" type="sibTrans" cxnId="{53F06112-F035-4700-B574-53344351AB73}">
      <dgm:prSet/>
      <dgm:spPr/>
      <dgm:t>
        <a:bodyPr/>
        <a:lstStyle/>
        <a:p>
          <a:endParaRPr lang="en-IN"/>
        </a:p>
      </dgm:t>
    </dgm:pt>
    <dgm:pt modelId="{B06FF848-60DC-493E-8E9E-020DDA022547}">
      <dgm:prSet custT="1"/>
      <dgm:spPr/>
      <dgm:t>
        <a:bodyPr/>
        <a:lstStyle/>
        <a:p>
          <a:pPr>
            <a:buNone/>
          </a:pPr>
          <a:r>
            <a:rPr lang="en-IN" sz="3200" b="1" dirty="0"/>
            <a:t>COPA</a:t>
          </a:r>
        </a:p>
      </dgm:t>
    </dgm:pt>
    <dgm:pt modelId="{C24F119D-403B-4D97-B368-FF6AB1A6B1D8}" type="parTrans" cxnId="{CF7D8035-BA28-42ED-A095-08360E76F36E}">
      <dgm:prSet/>
      <dgm:spPr/>
      <dgm:t>
        <a:bodyPr/>
        <a:lstStyle/>
        <a:p>
          <a:endParaRPr lang="en-IN"/>
        </a:p>
      </dgm:t>
    </dgm:pt>
    <dgm:pt modelId="{BEEB7712-2E6C-49DE-8E31-EC5EB120F16E}" type="sibTrans" cxnId="{CF7D8035-BA28-42ED-A095-08360E76F36E}">
      <dgm:prSet/>
      <dgm:spPr/>
      <dgm:t>
        <a:bodyPr/>
        <a:lstStyle/>
        <a:p>
          <a:endParaRPr lang="en-IN"/>
        </a:p>
      </dgm:t>
    </dgm:pt>
    <dgm:pt modelId="{E9CE98C6-4229-4133-8105-78BB142CFE0B}">
      <dgm:prSet/>
      <dgm:spPr/>
      <dgm:t>
        <a:bodyPr/>
        <a:lstStyle/>
        <a:p>
          <a:pPr>
            <a:buNone/>
          </a:pPr>
          <a:endParaRPr lang="en-IN" b="1" dirty="0"/>
        </a:p>
      </dgm:t>
    </dgm:pt>
    <dgm:pt modelId="{51FBF06E-9144-4398-A43C-224A473DFA7C}" type="sibTrans" cxnId="{55CCA68E-D695-4C0D-9C55-033BDA5DD6FE}">
      <dgm:prSet/>
      <dgm:spPr/>
      <dgm:t>
        <a:bodyPr/>
        <a:lstStyle/>
        <a:p>
          <a:endParaRPr lang="en-IN"/>
        </a:p>
      </dgm:t>
    </dgm:pt>
    <dgm:pt modelId="{4152AA18-EBE8-4340-AE06-183C96C427DA}" type="parTrans" cxnId="{55CCA68E-D695-4C0D-9C55-033BDA5DD6FE}">
      <dgm:prSet/>
      <dgm:spPr/>
      <dgm:t>
        <a:bodyPr/>
        <a:lstStyle/>
        <a:p>
          <a:endParaRPr lang="en-IN"/>
        </a:p>
      </dgm:t>
    </dgm:pt>
    <dgm:pt modelId="{5C40FA8B-B42C-45F5-9432-A2FD54376DE1}">
      <dgm:prSet/>
      <dgm:spPr/>
      <dgm:t>
        <a:bodyPr/>
        <a:lstStyle/>
        <a:p>
          <a:pPr>
            <a:buNone/>
          </a:pPr>
          <a:endParaRPr lang="en-IN" b="1" dirty="0"/>
        </a:p>
      </dgm:t>
    </dgm:pt>
    <dgm:pt modelId="{9B7BB6F0-4FAE-4488-9258-747485B444C1}" type="sibTrans" cxnId="{C6A904B2-E27B-4FEF-B761-F4EA5FBD45CB}">
      <dgm:prSet/>
      <dgm:spPr/>
      <dgm:t>
        <a:bodyPr/>
        <a:lstStyle/>
        <a:p>
          <a:endParaRPr lang="en-IN"/>
        </a:p>
      </dgm:t>
    </dgm:pt>
    <dgm:pt modelId="{84B22579-6105-4152-AF57-692EBD300514}" type="parTrans" cxnId="{C6A904B2-E27B-4FEF-B761-F4EA5FBD45CB}">
      <dgm:prSet/>
      <dgm:spPr/>
      <dgm:t>
        <a:bodyPr/>
        <a:lstStyle/>
        <a:p>
          <a:endParaRPr lang="en-IN"/>
        </a:p>
      </dgm:t>
    </dgm:pt>
    <dgm:pt modelId="{22BD29D3-EBF5-4E5D-BB08-0933FF97CE16}">
      <dgm:prSet custT="1"/>
      <dgm:spPr/>
      <dgm:t>
        <a:bodyPr/>
        <a:lstStyle/>
        <a:p>
          <a:pPr>
            <a:buNone/>
          </a:pPr>
          <a:r>
            <a:rPr lang="en-IN" sz="3200" b="1" dirty="0"/>
            <a:t>Fitter</a:t>
          </a:r>
        </a:p>
      </dgm:t>
    </dgm:pt>
    <dgm:pt modelId="{72FBAD99-D445-483D-9155-8890B9BD2E4A}" type="parTrans" cxnId="{6141532F-FF24-435C-A761-82CA3BC3C0F2}">
      <dgm:prSet/>
      <dgm:spPr/>
      <dgm:t>
        <a:bodyPr/>
        <a:lstStyle/>
        <a:p>
          <a:endParaRPr lang="en-IN"/>
        </a:p>
      </dgm:t>
    </dgm:pt>
    <dgm:pt modelId="{7722FD01-7014-4304-8733-55D21F71E781}" type="sibTrans" cxnId="{6141532F-FF24-435C-A761-82CA3BC3C0F2}">
      <dgm:prSet/>
      <dgm:spPr/>
      <dgm:t>
        <a:bodyPr/>
        <a:lstStyle/>
        <a:p>
          <a:endParaRPr lang="en-IN"/>
        </a:p>
      </dgm:t>
    </dgm:pt>
    <dgm:pt modelId="{CE6E888A-5C70-4414-8824-350E5549FC5E}">
      <dgm:prSet custT="1"/>
      <dgm:spPr/>
      <dgm:t>
        <a:bodyPr/>
        <a:lstStyle/>
        <a:p>
          <a:pPr>
            <a:buNone/>
          </a:pPr>
          <a:r>
            <a:rPr lang="en-IN" sz="3200" b="1" dirty="0"/>
            <a:t>AI</a:t>
          </a:r>
        </a:p>
      </dgm:t>
    </dgm:pt>
    <dgm:pt modelId="{61D27B20-9F9B-493E-90CB-07F152F1D421}" type="parTrans" cxnId="{35C3F992-EA1A-43F1-BEA6-1C84111E5E17}">
      <dgm:prSet/>
      <dgm:spPr/>
      <dgm:t>
        <a:bodyPr/>
        <a:lstStyle/>
        <a:p>
          <a:endParaRPr lang="en-IN"/>
        </a:p>
      </dgm:t>
    </dgm:pt>
    <dgm:pt modelId="{873AFCA6-6320-483A-94E2-986AAE7C1E9C}" type="sibTrans" cxnId="{35C3F992-EA1A-43F1-BEA6-1C84111E5E17}">
      <dgm:prSet/>
      <dgm:spPr/>
      <dgm:t>
        <a:bodyPr/>
        <a:lstStyle/>
        <a:p>
          <a:endParaRPr lang="en-IN"/>
        </a:p>
      </dgm:t>
    </dgm:pt>
    <dgm:pt modelId="{4B15B4D7-1B17-4E3B-ACEC-9C73496BCA0A}" type="pres">
      <dgm:prSet presAssocID="{FA6FBEEC-22E5-4A30-AF9A-68B7C9BA8477}" presName="linearFlow" presStyleCnt="0">
        <dgm:presLayoutVars>
          <dgm:dir/>
          <dgm:animLvl val="lvl"/>
          <dgm:resizeHandles val="exact"/>
        </dgm:presLayoutVars>
      </dgm:prSet>
      <dgm:spPr/>
    </dgm:pt>
    <dgm:pt modelId="{28E9C122-E3AA-47F1-A588-77FEFBD9364E}" type="pres">
      <dgm:prSet presAssocID="{1385983E-C777-4E87-A8D3-A1D3518915E8}" presName="composite" presStyleCnt="0"/>
      <dgm:spPr/>
    </dgm:pt>
    <dgm:pt modelId="{7061ECEC-456A-4129-BFBE-98FCD0FA691B}" type="pres">
      <dgm:prSet presAssocID="{1385983E-C777-4E87-A8D3-A1D3518915E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36E831A-EEBC-42CA-98C7-5E29DC726337}" type="pres">
      <dgm:prSet presAssocID="{1385983E-C777-4E87-A8D3-A1D3518915E8}" presName="descendantText" presStyleLbl="alignAcc1" presStyleIdx="0" presStyleCnt="3">
        <dgm:presLayoutVars>
          <dgm:bulletEnabled val="1"/>
        </dgm:presLayoutVars>
      </dgm:prSet>
      <dgm:spPr/>
    </dgm:pt>
    <dgm:pt modelId="{8F2455A9-2EC7-4E0C-8CD1-4965D83DAD4B}" type="pres">
      <dgm:prSet presAssocID="{0CB602C8-9078-4E09-AA1E-A7298C38FFD0}" presName="sp" presStyleCnt="0"/>
      <dgm:spPr/>
    </dgm:pt>
    <dgm:pt modelId="{79B283A7-1826-4A50-B2D8-406AF19D40DA}" type="pres">
      <dgm:prSet presAssocID="{5C40FA8B-B42C-45F5-9432-A2FD54376DE1}" presName="composite" presStyleCnt="0"/>
      <dgm:spPr/>
    </dgm:pt>
    <dgm:pt modelId="{BACEBF14-2F95-46B4-855E-711D6BF71FE8}" type="pres">
      <dgm:prSet presAssocID="{5C40FA8B-B42C-45F5-9432-A2FD54376DE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1BDF28D-3FA5-46CA-8FE9-7DABC4F8ACEC}" type="pres">
      <dgm:prSet presAssocID="{5C40FA8B-B42C-45F5-9432-A2FD54376DE1}" presName="descendantText" presStyleLbl="alignAcc1" presStyleIdx="1" presStyleCnt="3">
        <dgm:presLayoutVars>
          <dgm:bulletEnabled val="1"/>
        </dgm:presLayoutVars>
      </dgm:prSet>
      <dgm:spPr/>
    </dgm:pt>
    <dgm:pt modelId="{54C19E3E-D4C8-4DB9-A1B9-CC346617C59C}" type="pres">
      <dgm:prSet presAssocID="{9B7BB6F0-4FAE-4488-9258-747485B444C1}" presName="sp" presStyleCnt="0"/>
      <dgm:spPr/>
    </dgm:pt>
    <dgm:pt modelId="{F9E4CA3B-FFC9-43A7-8AEC-682D5295F42A}" type="pres">
      <dgm:prSet presAssocID="{E9CE98C6-4229-4133-8105-78BB142CFE0B}" presName="composite" presStyleCnt="0"/>
      <dgm:spPr/>
    </dgm:pt>
    <dgm:pt modelId="{9DD25D8B-A02A-4262-9924-B94C88A569EE}" type="pres">
      <dgm:prSet presAssocID="{E9CE98C6-4229-4133-8105-78BB142CFE0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37C1066-F8C0-46CD-8801-F092D7616380}" type="pres">
      <dgm:prSet presAssocID="{E9CE98C6-4229-4133-8105-78BB142CFE0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B240103-FD42-474A-8567-739CEF1DB450}" type="presOf" srcId="{CE6E888A-5C70-4414-8824-350E5549FC5E}" destId="{71BDF28D-3FA5-46CA-8FE9-7DABC4F8ACEC}" srcOrd="0" destOrd="0" presId="urn:microsoft.com/office/officeart/2005/8/layout/chevron2"/>
    <dgm:cxn modelId="{53F06112-F035-4700-B574-53344351AB73}" srcId="{FA6FBEEC-22E5-4A30-AF9A-68B7C9BA8477}" destId="{1385983E-C777-4E87-A8D3-A1D3518915E8}" srcOrd="0" destOrd="0" parTransId="{024FF146-8D89-47F4-8C3F-BC9CC10E5019}" sibTransId="{0CB602C8-9078-4E09-AA1E-A7298C38FFD0}"/>
    <dgm:cxn modelId="{327BA01E-999A-4129-B53C-2EE4CD0BFC64}" type="presOf" srcId="{E9CE98C6-4229-4133-8105-78BB142CFE0B}" destId="{9DD25D8B-A02A-4262-9924-B94C88A569EE}" srcOrd="0" destOrd="0" presId="urn:microsoft.com/office/officeart/2005/8/layout/chevron2"/>
    <dgm:cxn modelId="{E2CF7324-5D98-45FF-A5D5-0F95CDCEB08E}" type="presOf" srcId="{FA6FBEEC-22E5-4A30-AF9A-68B7C9BA8477}" destId="{4B15B4D7-1B17-4E3B-ACEC-9C73496BCA0A}" srcOrd="0" destOrd="0" presId="urn:microsoft.com/office/officeart/2005/8/layout/chevron2"/>
    <dgm:cxn modelId="{6141532F-FF24-435C-A761-82CA3BC3C0F2}" srcId="{E9CE98C6-4229-4133-8105-78BB142CFE0B}" destId="{22BD29D3-EBF5-4E5D-BB08-0933FF97CE16}" srcOrd="0" destOrd="0" parTransId="{72FBAD99-D445-483D-9155-8890B9BD2E4A}" sibTransId="{7722FD01-7014-4304-8733-55D21F71E781}"/>
    <dgm:cxn modelId="{E46C5C35-296F-40E1-A866-E5FB301C81D0}" type="presOf" srcId="{B06FF848-60DC-493E-8E9E-020DDA022547}" destId="{F36E831A-EEBC-42CA-98C7-5E29DC726337}" srcOrd="0" destOrd="0" presId="urn:microsoft.com/office/officeart/2005/8/layout/chevron2"/>
    <dgm:cxn modelId="{CF7D8035-BA28-42ED-A095-08360E76F36E}" srcId="{1385983E-C777-4E87-A8D3-A1D3518915E8}" destId="{B06FF848-60DC-493E-8E9E-020DDA022547}" srcOrd="0" destOrd="0" parTransId="{C24F119D-403B-4D97-B368-FF6AB1A6B1D8}" sibTransId="{BEEB7712-2E6C-49DE-8E31-EC5EB120F16E}"/>
    <dgm:cxn modelId="{0794BB5D-97BE-49FA-8CC8-DACB9A7D2358}" type="presOf" srcId="{5C40FA8B-B42C-45F5-9432-A2FD54376DE1}" destId="{BACEBF14-2F95-46B4-855E-711D6BF71FE8}" srcOrd="0" destOrd="0" presId="urn:microsoft.com/office/officeart/2005/8/layout/chevron2"/>
    <dgm:cxn modelId="{6797F087-0DF1-48B2-8584-0FF452BAEAC4}" type="presOf" srcId="{1385983E-C777-4E87-A8D3-A1D3518915E8}" destId="{7061ECEC-456A-4129-BFBE-98FCD0FA691B}" srcOrd="0" destOrd="0" presId="urn:microsoft.com/office/officeart/2005/8/layout/chevron2"/>
    <dgm:cxn modelId="{55CCA68E-D695-4C0D-9C55-033BDA5DD6FE}" srcId="{FA6FBEEC-22E5-4A30-AF9A-68B7C9BA8477}" destId="{E9CE98C6-4229-4133-8105-78BB142CFE0B}" srcOrd="2" destOrd="0" parTransId="{4152AA18-EBE8-4340-AE06-183C96C427DA}" sibTransId="{51FBF06E-9144-4398-A43C-224A473DFA7C}"/>
    <dgm:cxn modelId="{35C3F992-EA1A-43F1-BEA6-1C84111E5E17}" srcId="{5C40FA8B-B42C-45F5-9432-A2FD54376DE1}" destId="{CE6E888A-5C70-4414-8824-350E5549FC5E}" srcOrd="0" destOrd="0" parTransId="{61D27B20-9F9B-493E-90CB-07F152F1D421}" sibTransId="{873AFCA6-6320-483A-94E2-986AAE7C1E9C}"/>
    <dgm:cxn modelId="{C6A904B2-E27B-4FEF-B761-F4EA5FBD45CB}" srcId="{FA6FBEEC-22E5-4A30-AF9A-68B7C9BA8477}" destId="{5C40FA8B-B42C-45F5-9432-A2FD54376DE1}" srcOrd="1" destOrd="0" parTransId="{84B22579-6105-4152-AF57-692EBD300514}" sibTransId="{9B7BB6F0-4FAE-4488-9258-747485B444C1}"/>
    <dgm:cxn modelId="{008D93BD-7E49-401C-9F47-3E7042AD5A71}" type="presOf" srcId="{22BD29D3-EBF5-4E5D-BB08-0933FF97CE16}" destId="{937C1066-F8C0-46CD-8801-F092D7616380}" srcOrd="0" destOrd="0" presId="urn:microsoft.com/office/officeart/2005/8/layout/chevron2"/>
    <dgm:cxn modelId="{8857510F-CBE0-4BD4-BE79-8D13448F7337}" type="presParOf" srcId="{4B15B4D7-1B17-4E3B-ACEC-9C73496BCA0A}" destId="{28E9C122-E3AA-47F1-A588-77FEFBD9364E}" srcOrd="0" destOrd="0" presId="urn:microsoft.com/office/officeart/2005/8/layout/chevron2"/>
    <dgm:cxn modelId="{A41C4782-41F4-48DC-BA04-E5425FAD47C4}" type="presParOf" srcId="{28E9C122-E3AA-47F1-A588-77FEFBD9364E}" destId="{7061ECEC-456A-4129-BFBE-98FCD0FA691B}" srcOrd="0" destOrd="0" presId="urn:microsoft.com/office/officeart/2005/8/layout/chevron2"/>
    <dgm:cxn modelId="{2FCDEEB0-CB1B-4617-A202-AA275D0A3C08}" type="presParOf" srcId="{28E9C122-E3AA-47F1-A588-77FEFBD9364E}" destId="{F36E831A-EEBC-42CA-98C7-5E29DC726337}" srcOrd="1" destOrd="0" presId="urn:microsoft.com/office/officeart/2005/8/layout/chevron2"/>
    <dgm:cxn modelId="{533A21A5-426C-498C-8A87-23F59E9CB24E}" type="presParOf" srcId="{4B15B4D7-1B17-4E3B-ACEC-9C73496BCA0A}" destId="{8F2455A9-2EC7-4E0C-8CD1-4965D83DAD4B}" srcOrd="1" destOrd="0" presId="urn:microsoft.com/office/officeart/2005/8/layout/chevron2"/>
    <dgm:cxn modelId="{D98666B1-134A-4AF9-89BF-A5D35F69A982}" type="presParOf" srcId="{4B15B4D7-1B17-4E3B-ACEC-9C73496BCA0A}" destId="{79B283A7-1826-4A50-B2D8-406AF19D40DA}" srcOrd="2" destOrd="0" presId="urn:microsoft.com/office/officeart/2005/8/layout/chevron2"/>
    <dgm:cxn modelId="{96F408A9-B07E-45A8-9D4D-76CE16E5AAE8}" type="presParOf" srcId="{79B283A7-1826-4A50-B2D8-406AF19D40DA}" destId="{BACEBF14-2F95-46B4-855E-711D6BF71FE8}" srcOrd="0" destOrd="0" presId="urn:microsoft.com/office/officeart/2005/8/layout/chevron2"/>
    <dgm:cxn modelId="{9E06C51D-FCC2-4F30-AFC6-D6A546C59B4C}" type="presParOf" srcId="{79B283A7-1826-4A50-B2D8-406AF19D40DA}" destId="{71BDF28D-3FA5-46CA-8FE9-7DABC4F8ACEC}" srcOrd="1" destOrd="0" presId="urn:microsoft.com/office/officeart/2005/8/layout/chevron2"/>
    <dgm:cxn modelId="{C6FD1E42-F632-4805-B951-5EF188729C16}" type="presParOf" srcId="{4B15B4D7-1B17-4E3B-ACEC-9C73496BCA0A}" destId="{54C19E3E-D4C8-4DB9-A1B9-CC346617C59C}" srcOrd="3" destOrd="0" presId="urn:microsoft.com/office/officeart/2005/8/layout/chevron2"/>
    <dgm:cxn modelId="{2E716498-3FAB-4A29-B59D-04E7D7866080}" type="presParOf" srcId="{4B15B4D7-1B17-4E3B-ACEC-9C73496BCA0A}" destId="{F9E4CA3B-FFC9-43A7-8AEC-682D5295F42A}" srcOrd="4" destOrd="0" presId="urn:microsoft.com/office/officeart/2005/8/layout/chevron2"/>
    <dgm:cxn modelId="{01D2F7F3-9789-48EB-AABE-2742EE84079A}" type="presParOf" srcId="{F9E4CA3B-FFC9-43A7-8AEC-682D5295F42A}" destId="{9DD25D8B-A02A-4262-9924-B94C88A569EE}" srcOrd="0" destOrd="0" presId="urn:microsoft.com/office/officeart/2005/8/layout/chevron2"/>
    <dgm:cxn modelId="{CA270882-5DF5-499D-9FCF-35E339C7D849}" type="presParOf" srcId="{F9E4CA3B-FFC9-43A7-8AEC-682D5295F42A}" destId="{937C1066-F8C0-46CD-8801-F092D761638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1C3453-3DDC-4905-9277-CD5D57B4215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EEC754C-4C33-47B4-9955-AE8B504563F5}">
      <dgm:prSet phldrT="[Text]" phldr="0"/>
      <dgm:spPr/>
      <dgm:t>
        <a:bodyPr/>
        <a:lstStyle/>
        <a:p>
          <a:r>
            <a:rPr lang="en-US" dirty="0"/>
            <a:t> </a:t>
          </a:r>
          <a:endParaRPr lang="en-IN" dirty="0"/>
        </a:p>
      </dgm:t>
    </dgm:pt>
    <dgm:pt modelId="{9B4BCBF3-31EF-49E5-9546-38E78C417F81}" type="parTrans" cxnId="{E4324299-6A71-40C3-A23D-6DF23A62EA8B}">
      <dgm:prSet/>
      <dgm:spPr/>
      <dgm:t>
        <a:bodyPr/>
        <a:lstStyle/>
        <a:p>
          <a:endParaRPr lang="en-IN"/>
        </a:p>
      </dgm:t>
    </dgm:pt>
    <dgm:pt modelId="{47C8B170-A14E-4539-9EE3-79E7D886EF60}" type="sibTrans" cxnId="{E4324299-6A71-40C3-A23D-6DF23A62EA8B}">
      <dgm:prSet/>
      <dgm:spPr/>
      <dgm:t>
        <a:bodyPr/>
        <a:lstStyle/>
        <a:p>
          <a:endParaRPr lang="en-IN"/>
        </a:p>
      </dgm:t>
    </dgm:pt>
    <dgm:pt modelId="{4FDB067C-EA53-4D54-AFA2-8A2400EFC925}">
      <dgm:prSet/>
      <dgm:spPr/>
      <dgm:t>
        <a:bodyPr/>
        <a:lstStyle/>
        <a:p>
          <a:pPr>
            <a:buNone/>
          </a:pPr>
          <a:r>
            <a:rPr lang="en-IN" b="1" dirty="0"/>
            <a:t>Computer &amp; digital applications</a:t>
          </a:r>
        </a:p>
      </dgm:t>
    </dgm:pt>
    <dgm:pt modelId="{B3F5D374-468F-4A10-B64E-1CF12D89F2FA}" type="parTrans" cxnId="{32D33ACC-2B68-4D30-AF70-14A3ED3AAE8D}">
      <dgm:prSet/>
      <dgm:spPr/>
      <dgm:t>
        <a:bodyPr/>
        <a:lstStyle/>
        <a:p>
          <a:endParaRPr lang="en-IN"/>
        </a:p>
      </dgm:t>
    </dgm:pt>
    <dgm:pt modelId="{B7A2A645-5E15-4244-A295-08E8AB24052C}" type="sibTrans" cxnId="{32D33ACC-2B68-4D30-AF70-14A3ED3AAE8D}">
      <dgm:prSet/>
      <dgm:spPr/>
      <dgm:t>
        <a:bodyPr/>
        <a:lstStyle/>
        <a:p>
          <a:endParaRPr lang="en-IN"/>
        </a:p>
      </dgm:t>
    </dgm:pt>
    <dgm:pt modelId="{A49C7E34-A064-43DB-AE92-E1774FC97E40}">
      <dgm:prSet/>
      <dgm:spPr/>
      <dgm:t>
        <a:bodyPr/>
        <a:lstStyle/>
        <a:p>
          <a:pPr>
            <a:buNone/>
          </a:pPr>
          <a:r>
            <a:rPr lang="en-IN" b="1" dirty="0"/>
            <a:t>Learn, Analyses &amp; Solve.</a:t>
          </a:r>
        </a:p>
      </dgm:t>
    </dgm:pt>
    <dgm:pt modelId="{9CBB8495-9E35-4B9E-8F24-0C2332FF8A17}" type="parTrans" cxnId="{360A8E3C-0C7F-4843-B5F4-B3A590840EC1}">
      <dgm:prSet/>
      <dgm:spPr/>
      <dgm:t>
        <a:bodyPr/>
        <a:lstStyle/>
        <a:p>
          <a:endParaRPr lang="en-IN"/>
        </a:p>
      </dgm:t>
    </dgm:pt>
    <dgm:pt modelId="{FAA35402-6315-4778-94EA-49A284D44801}" type="sibTrans" cxnId="{360A8E3C-0C7F-4843-B5F4-B3A590840EC1}">
      <dgm:prSet/>
      <dgm:spPr/>
      <dgm:t>
        <a:bodyPr/>
        <a:lstStyle/>
        <a:p>
          <a:endParaRPr lang="en-IN"/>
        </a:p>
      </dgm:t>
    </dgm:pt>
    <dgm:pt modelId="{00DB3076-048E-4EF7-9D78-1B22DA48D71B}">
      <dgm:prSet phldrT="[Text]" phldr="0"/>
      <dgm:spPr/>
      <dgm:t>
        <a:bodyPr/>
        <a:lstStyle/>
        <a:p>
          <a:r>
            <a:rPr lang="en-US" dirty="0"/>
            <a:t>  </a:t>
          </a:r>
          <a:endParaRPr lang="en-IN" dirty="0"/>
        </a:p>
      </dgm:t>
    </dgm:pt>
    <dgm:pt modelId="{836623DC-8701-4FB6-BC40-8C0D1B16AAD2}" type="parTrans" cxnId="{A7685368-3BC2-4860-A0D4-FCE4CBA7220B}">
      <dgm:prSet/>
      <dgm:spPr/>
      <dgm:t>
        <a:bodyPr/>
        <a:lstStyle/>
        <a:p>
          <a:endParaRPr lang="en-IN"/>
        </a:p>
      </dgm:t>
    </dgm:pt>
    <dgm:pt modelId="{8A6529D0-147A-4CD0-878E-79FF0F4C9E84}" type="sibTrans" cxnId="{A7685368-3BC2-4860-A0D4-FCE4CBA7220B}">
      <dgm:prSet/>
      <dgm:spPr/>
      <dgm:t>
        <a:bodyPr/>
        <a:lstStyle/>
        <a:p>
          <a:endParaRPr lang="en-IN"/>
        </a:p>
      </dgm:t>
    </dgm:pt>
    <dgm:pt modelId="{399CE17C-203D-48FF-ABBE-9BA85650807A}">
      <dgm:prSet phldrT="[Text]" phldr="0"/>
      <dgm:spPr/>
      <dgm:t>
        <a:bodyPr/>
        <a:lstStyle/>
        <a:p>
          <a:r>
            <a:rPr lang="en-US"/>
            <a:t>       </a:t>
          </a:r>
          <a:endParaRPr lang="en-IN" dirty="0"/>
        </a:p>
      </dgm:t>
    </dgm:pt>
    <dgm:pt modelId="{8D3DFE40-E30D-4EB0-926F-281E99F5B299}" type="parTrans" cxnId="{F0302CF3-CECE-47B0-A204-E10CDC90EE98}">
      <dgm:prSet/>
      <dgm:spPr/>
      <dgm:t>
        <a:bodyPr/>
        <a:lstStyle/>
        <a:p>
          <a:endParaRPr lang="en-IN"/>
        </a:p>
      </dgm:t>
    </dgm:pt>
    <dgm:pt modelId="{93612E1D-6E07-486E-B9FD-8961C9762E9A}" type="sibTrans" cxnId="{F0302CF3-CECE-47B0-A204-E10CDC90EE98}">
      <dgm:prSet/>
      <dgm:spPr/>
      <dgm:t>
        <a:bodyPr/>
        <a:lstStyle/>
        <a:p>
          <a:endParaRPr lang="en-IN"/>
        </a:p>
      </dgm:t>
    </dgm:pt>
    <dgm:pt modelId="{2CC6B702-9C4F-4106-BA9A-7E082ADB43D6}">
      <dgm:prSet/>
      <dgm:spPr/>
      <dgm:t>
        <a:bodyPr/>
        <a:lstStyle/>
        <a:p>
          <a:pPr>
            <a:buNone/>
          </a:pPr>
          <a:r>
            <a:rPr lang="en-IN" b="1" dirty="0"/>
            <a:t>Machine fitting &amp; assembly</a:t>
          </a:r>
        </a:p>
      </dgm:t>
    </dgm:pt>
    <dgm:pt modelId="{488D16A0-68F8-42E2-B4B7-642A0F416004}" type="parTrans" cxnId="{BE94BFF7-C61C-472C-A9F0-B3D2ADDC7C3D}">
      <dgm:prSet/>
      <dgm:spPr/>
      <dgm:t>
        <a:bodyPr/>
        <a:lstStyle/>
        <a:p>
          <a:endParaRPr lang="en-IN"/>
        </a:p>
      </dgm:t>
    </dgm:pt>
    <dgm:pt modelId="{17D9F15B-3BCB-467A-A204-8618B19D9851}" type="sibTrans" cxnId="{BE94BFF7-C61C-472C-A9F0-B3D2ADDC7C3D}">
      <dgm:prSet/>
      <dgm:spPr/>
      <dgm:t>
        <a:bodyPr/>
        <a:lstStyle/>
        <a:p>
          <a:endParaRPr lang="en-IN"/>
        </a:p>
      </dgm:t>
    </dgm:pt>
    <dgm:pt modelId="{45C06C04-CA8B-44E1-949F-96D624BC12F5}" type="pres">
      <dgm:prSet presAssocID="{241C3453-3DDC-4905-9277-CD5D57B42152}" presName="linearFlow" presStyleCnt="0">
        <dgm:presLayoutVars>
          <dgm:dir/>
          <dgm:animLvl val="lvl"/>
          <dgm:resizeHandles val="exact"/>
        </dgm:presLayoutVars>
      </dgm:prSet>
      <dgm:spPr/>
    </dgm:pt>
    <dgm:pt modelId="{FE630A54-5700-4604-8530-06584E4A1A6F}" type="pres">
      <dgm:prSet presAssocID="{FEEC754C-4C33-47B4-9955-AE8B504563F5}" presName="composite" presStyleCnt="0"/>
      <dgm:spPr/>
    </dgm:pt>
    <dgm:pt modelId="{8192F6F8-A036-4174-83EB-113316189AAE}" type="pres">
      <dgm:prSet presAssocID="{FEEC754C-4C33-47B4-9955-AE8B504563F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0B4E3A8-477C-477E-8D84-A02F1BC1F02C}" type="pres">
      <dgm:prSet presAssocID="{FEEC754C-4C33-47B4-9955-AE8B504563F5}" presName="descendantText" presStyleLbl="alignAcc1" presStyleIdx="0" presStyleCnt="3">
        <dgm:presLayoutVars>
          <dgm:bulletEnabled val="1"/>
        </dgm:presLayoutVars>
      </dgm:prSet>
      <dgm:spPr/>
    </dgm:pt>
    <dgm:pt modelId="{5A0FE3A0-3DD4-4E39-95CC-280166748B59}" type="pres">
      <dgm:prSet presAssocID="{47C8B170-A14E-4539-9EE3-79E7D886EF60}" presName="sp" presStyleCnt="0"/>
      <dgm:spPr/>
    </dgm:pt>
    <dgm:pt modelId="{A893DD60-E0E5-4755-A44C-86DA86F45E3F}" type="pres">
      <dgm:prSet presAssocID="{399CE17C-203D-48FF-ABBE-9BA85650807A}" presName="composite" presStyleCnt="0"/>
      <dgm:spPr/>
    </dgm:pt>
    <dgm:pt modelId="{15B4989D-B59E-4078-942E-3F52E809EAB5}" type="pres">
      <dgm:prSet presAssocID="{399CE17C-203D-48FF-ABBE-9BA85650807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3441F0C-969F-468D-B01E-3BC9AC25044D}" type="pres">
      <dgm:prSet presAssocID="{399CE17C-203D-48FF-ABBE-9BA85650807A}" presName="descendantText" presStyleLbl="alignAcc1" presStyleIdx="1" presStyleCnt="3">
        <dgm:presLayoutVars>
          <dgm:bulletEnabled val="1"/>
        </dgm:presLayoutVars>
      </dgm:prSet>
      <dgm:spPr/>
    </dgm:pt>
    <dgm:pt modelId="{0E10684D-25B8-484D-AEAE-6672CC05BA0F}" type="pres">
      <dgm:prSet presAssocID="{93612E1D-6E07-486E-B9FD-8961C9762E9A}" presName="sp" presStyleCnt="0"/>
      <dgm:spPr/>
    </dgm:pt>
    <dgm:pt modelId="{D4CA42DE-7E9D-43AE-93C7-16061DE5A969}" type="pres">
      <dgm:prSet presAssocID="{00DB3076-048E-4EF7-9D78-1B22DA48D71B}" presName="composite" presStyleCnt="0"/>
      <dgm:spPr/>
    </dgm:pt>
    <dgm:pt modelId="{654B84B1-9E70-424E-8641-F312DEEEEB66}" type="pres">
      <dgm:prSet presAssocID="{00DB3076-048E-4EF7-9D78-1B22DA48D71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51AAF4E-8F8C-4AAA-9024-34F36C64578D}" type="pres">
      <dgm:prSet presAssocID="{00DB3076-048E-4EF7-9D78-1B22DA48D71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60A8E3C-0C7F-4843-B5F4-B3A590840EC1}" srcId="{399CE17C-203D-48FF-ABBE-9BA85650807A}" destId="{A49C7E34-A064-43DB-AE92-E1774FC97E40}" srcOrd="0" destOrd="0" parTransId="{9CBB8495-9E35-4B9E-8F24-0C2332FF8A17}" sibTransId="{FAA35402-6315-4778-94EA-49A284D44801}"/>
    <dgm:cxn modelId="{769E0047-540C-4051-A633-36CCE3BF8F75}" type="presOf" srcId="{FEEC754C-4C33-47B4-9955-AE8B504563F5}" destId="{8192F6F8-A036-4174-83EB-113316189AAE}" srcOrd="0" destOrd="0" presId="urn:microsoft.com/office/officeart/2005/8/layout/chevron2"/>
    <dgm:cxn modelId="{A7685368-3BC2-4860-A0D4-FCE4CBA7220B}" srcId="{241C3453-3DDC-4905-9277-CD5D57B42152}" destId="{00DB3076-048E-4EF7-9D78-1B22DA48D71B}" srcOrd="2" destOrd="0" parTransId="{836623DC-8701-4FB6-BC40-8C0D1B16AAD2}" sibTransId="{8A6529D0-147A-4CD0-878E-79FF0F4C9E84}"/>
    <dgm:cxn modelId="{407C3B6D-27D9-483B-8D12-E53DD2F0717C}" type="presOf" srcId="{00DB3076-048E-4EF7-9D78-1B22DA48D71B}" destId="{654B84B1-9E70-424E-8641-F312DEEEEB66}" srcOrd="0" destOrd="0" presId="urn:microsoft.com/office/officeart/2005/8/layout/chevron2"/>
    <dgm:cxn modelId="{FB820276-9000-44F4-987C-CFA893771B95}" type="presOf" srcId="{241C3453-3DDC-4905-9277-CD5D57B42152}" destId="{45C06C04-CA8B-44E1-949F-96D624BC12F5}" srcOrd="0" destOrd="0" presId="urn:microsoft.com/office/officeart/2005/8/layout/chevron2"/>
    <dgm:cxn modelId="{5692D093-253B-497A-9DDD-9E7476E6A0FB}" type="presOf" srcId="{4FDB067C-EA53-4D54-AFA2-8A2400EFC925}" destId="{80B4E3A8-477C-477E-8D84-A02F1BC1F02C}" srcOrd="0" destOrd="0" presId="urn:microsoft.com/office/officeart/2005/8/layout/chevron2"/>
    <dgm:cxn modelId="{EB2E3B94-BC6E-447E-A736-A8983BC47B98}" type="presOf" srcId="{2CC6B702-9C4F-4106-BA9A-7E082ADB43D6}" destId="{551AAF4E-8F8C-4AAA-9024-34F36C64578D}" srcOrd="0" destOrd="0" presId="urn:microsoft.com/office/officeart/2005/8/layout/chevron2"/>
    <dgm:cxn modelId="{E4324299-6A71-40C3-A23D-6DF23A62EA8B}" srcId="{241C3453-3DDC-4905-9277-CD5D57B42152}" destId="{FEEC754C-4C33-47B4-9955-AE8B504563F5}" srcOrd="0" destOrd="0" parTransId="{9B4BCBF3-31EF-49E5-9546-38E78C417F81}" sibTransId="{47C8B170-A14E-4539-9EE3-79E7D886EF60}"/>
    <dgm:cxn modelId="{B3F032BC-D9C4-4E72-8E8B-8DC7F4254083}" type="presOf" srcId="{A49C7E34-A064-43DB-AE92-E1774FC97E40}" destId="{E3441F0C-969F-468D-B01E-3BC9AC25044D}" srcOrd="0" destOrd="0" presId="urn:microsoft.com/office/officeart/2005/8/layout/chevron2"/>
    <dgm:cxn modelId="{32D33ACC-2B68-4D30-AF70-14A3ED3AAE8D}" srcId="{FEEC754C-4C33-47B4-9955-AE8B504563F5}" destId="{4FDB067C-EA53-4D54-AFA2-8A2400EFC925}" srcOrd="0" destOrd="0" parTransId="{B3F5D374-468F-4A10-B64E-1CF12D89F2FA}" sibTransId="{B7A2A645-5E15-4244-A295-08E8AB24052C}"/>
    <dgm:cxn modelId="{3D571CE4-0851-4DF4-85BF-54E05199797C}" type="presOf" srcId="{399CE17C-203D-48FF-ABBE-9BA85650807A}" destId="{15B4989D-B59E-4078-942E-3F52E809EAB5}" srcOrd="0" destOrd="0" presId="urn:microsoft.com/office/officeart/2005/8/layout/chevron2"/>
    <dgm:cxn modelId="{F0302CF3-CECE-47B0-A204-E10CDC90EE98}" srcId="{241C3453-3DDC-4905-9277-CD5D57B42152}" destId="{399CE17C-203D-48FF-ABBE-9BA85650807A}" srcOrd="1" destOrd="0" parTransId="{8D3DFE40-E30D-4EB0-926F-281E99F5B299}" sibTransId="{93612E1D-6E07-486E-B9FD-8961C9762E9A}"/>
    <dgm:cxn modelId="{BE94BFF7-C61C-472C-A9F0-B3D2ADDC7C3D}" srcId="{00DB3076-048E-4EF7-9D78-1B22DA48D71B}" destId="{2CC6B702-9C4F-4106-BA9A-7E082ADB43D6}" srcOrd="0" destOrd="0" parTransId="{488D16A0-68F8-42E2-B4B7-642A0F416004}" sibTransId="{17D9F15B-3BCB-467A-A204-8618B19D9851}"/>
    <dgm:cxn modelId="{24C3C0D1-9D21-4130-ACC3-E115E2CCD5BC}" type="presParOf" srcId="{45C06C04-CA8B-44E1-949F-96D624BC12F5}" destId="{FE630A54-5700-4604-8530-06584E4A1A6F}" srcOrd="0" destOrd="0" presId="urn:microsoft.com/office/officeart/2005/8/layout/chevron2"/>
    <dgm:cxn modelId="{0E09CD31-FC22-4B6B-B55B-DE24BC983BF3}" type="presParOf" srcId="{FE630A54-5700-4604-8530-06584E4A1A6F}" destId="{8192F6F8-A036-4174-83EB-113316189AAE}" srcOrd="0" destOrd="0" presId="urn:microsoft.com/office/officeart/2005/8/layout/chevron2"/>
    <dgm:cxn modelId="{4CF06CC5-6AD1-4F7A-91B3-3D41769A242D}" type="presParOf" srcId="{FE630A54-5700-4604-8530-06584E4A1A6F}" destId="{80B4E3A8-477C-477E-8D84-A02F1BC1F02C}" srcOrd="1" destOrd="0" presId="urn:microsoft.com/office/officeart/2005/8/layout/chevron2"/>
    <dgm:cxn modelId="{524FDBE2-1AA8-4DD4-89B3-179E50CDB53E}" type="presParOf" srcId="{45C06C04-CA8B-44E1-949F-96D624BC12F5}" destId="{5A0FE3A0-3DD4-4E39-95CC-280166748B59}" srcOrd="1" destOrd="0" presId="urn:microsoft.com/office/officeart/2005/8/layout/chevron2"/>
    <dgm:cxn modelId="{D064F279-7093-46F7-9D50-BAFE66B547FF}" type="presParOf" srcId="{45C06C04-CA8B-44E1-949F-96D624BC12F5}" destId="{A893DD60-E0E5-4755-A44C-86DA86F45E3F}" srcOrd="2" destOrd="0" presId="urn:microsoft.com/office/officeart/2005/8/layout/chevron2"/>
    <dgm:cxn modelId="{3D5EA113-84FE-4CD3-A342-87642D77058C}" type="presParOf" srcId="{A893DD60-E0E5-4755-A44C-86DA86F45E3F}" destId="{15B4989D-B59E-4078-942E-3F52E809EAB5}" srcOrd="0" destOrd="0" presId="urn:microsoft.com/office/officeart/2005/8/layout/chevron2"/>
    <dgm:cxn modelId="{23337456-2406-4C76-9C5C-392BD8719CDE}" type="presParOf" srcId="{A893DD60-E0E5-4755-A44C-86DA86F45E3F}" destId="{E3441F0C-969F-468D-B01E-3BC9AC25044D}" srcOrd="1" destOrd="0" presId="urn:microsoft.com/office/officeart/2005/8/layout/chevron2"/>
    <dgm:cxn modelId="{5A5E0F89-6DB4-406B-B446-D469E875CE84}" type="presParOf" srcId="{45C06C04-CA8B-44E1-949F-96D624BC12F5}" destId="{0E10684D-25B8-484D-AEAE-6672CC05BA0F}" srcOrd="3" destOrd="0" presId="urn:microsoft.com/office/officeart/2005/8/layout/chevron2"/>
    <dgm:cxn modelId="{1A9B4C5F-8F72-43B7-B3E1-56DF4011602E}" type="presParOf" srcId="{45C06C04-CA8B-44E1-949F-96D624BC12F5}" destId="{D4CA42DE-7E9D-43AE-93C7-16061DE5A969}" srcOrd="4" destOrd="0" presId="urn:microsoft.com/office/officeart/2005/8/layout/chevron2"/>
    <dgm:cxn modelId="{22F54936-7455-4C5C-B9C3-0C01EA71CF11}" type="presParOf" srcId="{D4CA42DE-7E9D-43AE-93C7-16061DE5A969}" destId="{654B84B1-9E70-424E-8641-F312DEEEEB66}" srcOrd="0" destOrd="0" presId="urn:microsoft.com/office/officeart/2005/8/layout/chevron2"/>
    <dgm:cxn modelId="{DEF9438D-C467-4FE6-8F42-880CA15CF922}" type="presParOf" srcId="{D4CA42DE-7E9D-43AE-93C7-16061DE5A969}" destId="{551AAF4E-8F8C-4AAA-9024-34F36C64578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1ECEC-456A-4129-BFBE-98FCD0FA691B}">
      <dsp:nvSpPr>
        <dsp:cNvPr id="0" name=""/>
        <dsp:cNvSpPr/>
      </dsp:nvSpPr>
      <dsp:spPr>
        <a:xfrm rot="5400000">
          <a:off x="-157495" y="158994"/>
          <a:ext cx="1049970" cy="73497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-5400000">
        <a:off x="1" y="368989"/>
        <a:ext cx="734979" cy="314991"/>
      </dsp:txXfrm>
    </dsp:sp>
    <dsp:sp modelId="{F36E831A-EEBC-42CA-98C7-5E29DC726337}">
      <dsp:nvSpPr>
        <dsp:cNvPr id="0" name=""/>
        <dsp:cNvSpPr/>
      </dsp:nvSpPr>
      <dsp:spPr>
        <a:xfrm rot="5400000">
          <a:off x="1360725" y="-624246"/>
          <a:ext cx="682481" cy="19339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200" b="1" kern="1200" dirty="0"/>
            <a:t>COPA</a:t>
          </a:r>
        </a:p>
      </dsp:txBody>
      <dsp:txXfrm rot="-5400000">
        <a:off x="734980" y="34815"/>
        <a:ext cx="1900656" cy="615849"/>
      </dsp:txXfrm>
    </dsp:sp>
    <dsp:sp modelId="{BACEBF14-2F95-46B4-855E-711D6BF71FE8}">
      <dsp:nvSpPr>
        <dsp:cNvPr id="0" name=""/>
        <dsp:cNvSpPr/>
      </dsp:nvSpPr>
      <dsp:spPr>
        <a:xfrm rot="5400000">
          <a:off x="-157495" y="1003900"/>
          <a:ext cx="1049970" cy="73497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/>
        </a:p>
      </dsp:txBody>
      <dsp:txXfrm rot="-5400000">
        <a:off x="1" y="1213895"/>
        <a:ext cx="734979" cy="314991"/>
      </dsp:txXfrm>
    </dsp:sp>
    <dsp:sp modelId="{71BDF28D-3FA5-46CA-8FE9-7DABC4F8ACEC}">
      <dsp:nvSpPr>
        <dsp:cNvPr id="0" name=""/>
        <dsp:cNvSpPr/>
      </dsp:nvSpPr>
      <dsp:spPr>
        <a:xfrm rot="5400000">
          <a:off x="1360725" y="220659"/>
          <a:ext cx="682481" cy="19339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200" b="1" kern="1200" dirty="0"/>
            <a:t>AI</a:t>
          </a:r>
        </a:p>
      </dsp:txBody>
      <dsp:txXfrm rot="-5400000">
        <a:off x="734980" y="879720"/>
        <a:ext cx="1900656" cy="615849"/>
      </dsp:txXfrm>
    </dsp:sp>
    <dsp:sp modelId="{9DD25D8B-A02A-4262-9924-B94C88A569EE}">
      <dsp:nvSpPr>
        <dsp:cNvPr id="0" name=""/>
        <dsp:cNvSpPr/>
      </dsp:nvSpPr>
      <dsp:spPr>
        <a:xfrm rot="5400000">
          <a:off x="-157495" y="1848806"/>
          <a:ext cx="1049970" cy="73497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/>
        </a:p>
      </dsp:txBody>
      <dsp:txXfrm rot="-5400000">
        <a:off x="1" y="2058801"/>
        <a:ext cx="734979" cy="314991"/>
      </dsp:txXfrm>
    </dsp:sp>
    <dsp:sp modelId="{937C1066-F8C0-46CD-8801-F092D7616380}">
      <dsp:nvSpPr>
        <dsp:cNvPr id="0" name=""/>
        <dsp:cNvSpPr/>
      </dsp:nvSpPr>
      <dsp:spPr>
        <a:xfrm rot="5400000">
          <a:off x="1360725" y="1065565"/>
          <a:ext cx="682481" cy="19339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200" b="1" kern="1200" dirty="0"/>
            <a:t>Fitter</a:t>
          </a:r>
        </a:p>
      </dsp:txBody>
      <dsp:txXfrm rot="-5400000">
        <a:off x="734980" y="1724626"/>
        <a:ext cx="1900656" cy="615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2F6F8-A036-4174-83EB-113316189AAE}">
      <dsp:nvSpPr>
        <dsp:cNvPr id="0" name=""/>
        <dsp:cNvSpPr/>
      </dsp:nvSpPr>
      <dsp:spPr>
        <a:xfrm rot="5400000">
          <a:off x="-171030" y="171660"/>
          <a:ext cx="1140202" cy="7981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endParaRPr lang="en-IN" sz="2200" kern="1200" dirty="0"/>
        </a:p>
      </dsp:txBody>
      <dsp:txXfrm rot="-5400000">
        <a:off x="1" y="399701"/>
        <a:ext cx="798141" cy="342061"/>
      </dsp:txXfrm>
    </dsp:sp>
    <dsp:sp modelId="{80B4E3A8-477C-477E-8D84-A02F1BC1F02C}">
      <dsp:nvSpPr>
        <dsp:cNvPr id="0" name=""/>
        <dsp:cNvSpPr/>
      </dsp:nvSpPr>
      <dsp:spPr>
        <a:xfrm rot="5400000">
          <a:off x="1821800" y="-1023027"/>
          <a:ext cx="741131" cy="278844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b="1" kern="1200" dirty="0"/>
            <a:t>Computer &amp; digital applications</a:t>
          </a:r>
        </a:p>
      </dsp:txBody>
      <dsp:txXfrm rot="-5400000">
        <a:off x="798142" y="36810"/>
        <a:ext cx="2752269" cy="668773"/>
      </dsp:txXfrm>
    </dsp:sp>
    <dsp:sp modelId="{15B4989D-B59E-4078-942E-3F52E809EAB5}">
      <dsp:nvSpPr>
        <dsp:cNvPr id="0" name=""/>
        <dsp:cNvSpPr/>
      </dsp:nvSpPr>
      <dsp:spPr>
        <a:xfrm rot="5400000">
          <a:off x="-171030" y="1109414"/>
          <a:ext cx="1140202" cy="7981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       </a:t>
          </a:r>
          <a:endParaRPr lang="en-IN" sz="2200" kern="1200" dirty="0"/>
        </a:p>
      </dsp:txBody>
      <dsp:txXfrm rot="-5400000">
        <a:off x="1" y="1337455"/>
        <a:ext cx="798141" cy="342061"/>
      </dsp:txXfrm>
    </dsp:sp>
    <dsp:sp modelId="{E3441F0C-969F-468D-B01E-3BC9AC25044D}">
      <dsp:nvSpPr>
        <dsp:cNvPr id="0" name=""/>
        <dsp:cNvSpPr/>
      </dsp:nvSpPr>
      <dsp:spPr>
        <a:xfrm rot="5400000">
          <a:off x="1821800" y="-85274"/>
          <a:ext cx="741131" cy="278844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b="1" kern="1200" dirty="0"/>
            <a:t>Learn, Analyses &amp; Solve.</a:t>
          </a:r>
        </a:p>
      </dsp:txBody>
      <dsp:txXfrm rot="-5400000">
        <a:off x="798142" y="974563"/>
        <a:ext cx="2752269" cy="668773"/>
      </dsp:txXfrm>
    </dsp:sp>
    <dsp:sp modelId="{654B84B1-9E70-424E-8641-F312DEEEEB66}">
      <dsp:nvSpPr>
        <dsp:cNvPr id="0" name=""/>
        <dsp:cNvSpPr/>
      </dsp:nvSpPr>
      <dsp:spPr>
        <a:xfrm rot="5400000">
          <a:off x="-171030" y="2047167"/>
          <a:ext cx="1140202" cy="7981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 </a:t>
          </a:r>
          <a:endParaRPr lang="en-IN" sz="2200" kern="1200" dirty="0"/>
        </a:p>
      </dsp:txBody>
      <dsp:txXfrm rot="-5400000">
        <a:off x="1" y="2275208"/>
        <a:ext cx="798141" cy="342061"/>
      </dsp:txXfrm>
    </dsp:sp>
    <dsp:sp modelId="{551AAF4E-8F8C-4AAA-9024-34F36C64578D}">
      <dsp:nvSpPr>
        <dsp:cNvPr id="0" name=""/>
        <dsp:cNvSpPr/>
      </dsp:nvSpPr>
      <dsp:spPr>
        <a:xfrm rot="5400000">
          <a:off x="1821800" y="852478"/>
          <a:ext cx="741131" cy="278844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b="1" kern="1200" dirty="0"/>
            <a:t>Machine fitting &amp; assembly</a:t>
          </a:r>
        </a:p>
      </dsp:txBody>
      <dsp:txXfrm rot="-5400000">
        <a:off x="798142" y="1912316"/>
        <a:ext cx="2752269" cy="668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90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97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26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10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71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8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1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3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0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07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5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6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47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1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4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67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93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6A5647-DDE6-4E78-8B7C-38C03E6B290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CDAAE-DA8A-47EF-B2E5-4D76EF2D3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057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arshinstitute.virginia.edu/our-building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news/ai-reshaping-mba-major-report-182342196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stiwallahabad.dgt.gov.in/en/node/1321" TargetMode="Externa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hyperlink" Target="https://kiratgeber.com/gamma-ai-ki-fuer-interaktive-websites-praesentationen/" TargetMode="Externa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alpsltd.com/our-institute-gallery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stiwallahabad.dgt.gov.in/en/node/1321" TargetMode="Externa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decoder.de/ki-in-der-schule-bayern-startet-modellversuch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mburg.t-online.de/region/hamburg/id_100381850/universitaet-hamburg-studenten-erhalten-zugang-zu-chatgpt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abacademies.org/articles/the-best-practices-in-entrepreneurship-education-a-review-conceptual-model-and-propositions-16022.html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stichennai.dgt.gov.in/about-u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bnetwork.in/nsti-women-tura-holds-har-ghar-tiranga-rally-to-inspire-patriotism/" TargetMode="Externa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nOhz4fdmI0?feature=oembed" TargetMode="Externa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carpro.in/news/honda-india-foundation-felicitates-top-performing-students-of-honda-ki-pathshala-122833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ityinnovation.org/wiki/School:Vasireddy_Venkatadri_Institute_of_Technology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E5C762-49D0-27BF-E3B5-A0DE569F3611}"/>
              </a:ext>
            </a:extLst>
          </p:cNvPr>
          <p:cNvSpPr txBox="1"/>
          <p:nvPr/>
        </p:nvSpPr>
        <p:spPr>
          <a:xfrm>
            <a:off x="844061" y="273186"/>
            <a:ext cx="83937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/>
              <a:t>OUR INSTITUTE</a:t>
            </a:r>
            <a:endParaRPr lang="en-IN" sz="88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4B7A92-BAFC-16CE-E21A-F64677B89A65}"/>
              </a:ext>
            </a:extLst>
          </p:cNvPr>
          <p:cNvSpPr txBox="1"/>
          <p:nvPr/>
        </p:nvSpPr>
        <p:spPr>
          <a:xfrm>
            <a:off x="844061" y="1959403"/>
            <a:ext cx="5005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Activities, Facilities &amp; Achievements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A7644-11D9-A0C3-39BE-7CB8E23E62B5}"/>
              </a:ext>
            </a:extLst>
          </p:cNvPr>
          <p:cNvSpPr txBox="1"/>
          <p:nvPr/>
        </p:nvSpPr>
        <p:spPr>
          <a:xfrm>
            <a:off x="844061" y="2787960"/>
            <a:ext cx="5369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[Institute Name] </a:t>
            </a:r>
            <a:r>
              <a:rPr lang="en-IN" sz="2000" b="1" dirty="0"/>
              <a:t>:-  </a:t>
            </a:r>
            <a:r>
              <a:rPr lang="en-IN" b="1" dirty="0"/>
              <a:t>    NSTI (W), ALLAHABAD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7CE8-BF0F-1235-31CA-AB977D876000}"/>
              </a:ext>
            </a:extLst>
          </p:cNvPr>
          <p:cNvSpPr txBox="1"/>
          <p:nvPr/>
        </p:nvSpPr>
        <p:spPr>
          <a:xfrm>
            <a:off x="1195754" y="2359513"/>
            <a:ext cx="5931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Skill Development • Quality Training • Bright Future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E786A-2CBB-3416-17D0-8313FC389C6E}"/>
              </a:ext>
            </a:extLst>
          </p:cNvPr>
          <p:cNvSpPr txBox="1"/>
          <p:nvPr/>
        </p:nvSpPr>
        <p:spPr>
          <a:xfrm>
            <a:off x="844061" y="3247185"/>
            <a:ext cx="6846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Academic/Training Session:</a:t>
            </a:r>
            <a:r>
              <a:rPr lang="en-IN" dirty="0"/>
              <a:t>   2026–27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8F0027-21E7-295A-C6D6-4A2C7D488F80}"/>
              </a:ext>
            </a:extLst>
          </p:cNvPr>
          <p:cNvSpPr txBox="1"/>
          <p:nvPr/>
        </p:nvSpPr>
        <p:spPr>
          <a:xfrm>
            <a:off x="9237784" y="6215482"/>
            <a:ext cx="294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  SUPRIYA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1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0409-193B-B655-C8E1-66463DB6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763" y="8104"/>
            <a:ext cx="5895365" cy="696144"/>
          </a:xfrm>
        </p:spPr>
        <p:txBody>
          <a:bodyPr/>
          <a:lstStyle/>
          <a:p>
            <a:r>
              <a:rPr lang="en-IN" b="1" dirty="0"/>
              <a:t>ABOUT OUR INSTITUTE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919B2-6DC5-5C8B-A824-B3D14E6D2C81}"/>
              </a:ext>
            </a:extLst>
          </p:cNvPr>
          <p:cNvSpPr txBox="1"/>
          <p:nvPr/>
        </p:nvSpPr>
        <p:spPr>
          <a:xfrm>
            <a:off x="316524" y="1184031"/>
            <a:ext cx="341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INTRODUCATION:-</a:t>
            </a:r>
            <a:endParaRPr lang="en-IN" sz="28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E405B-79D0-2B8E-D51D-C2DA2A4BCA93}"/>
              </a:ext>
            </a:extLst>
          </p:cNvPr>
          <p:cNvSpPr txBox="1"/>
          <p:nvPr/>
        </p:nvSpPr>
        <p:spPr>
          <a:xfrm>
            <a:off x="527538" y="1933609"/>
            <a:ext cx="49236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NSTI (W)  is committed to providing quality vocational and skill-based education to students and trainees. The institute focuses on developing technical knowledge, practical skills, discipline and employability.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59E2A-A396-8908-2419-4538518F4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67754" y="1184030"/>
            <a:ext cx="6107722" cy="541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5D7A-732E-E368-55A7-B928F123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164" y="86564"/>
            <a:ext cx="7287236" cy="734052"/>
          </a:xfrm>
        </p:spPr>
        <p:txBody>
          <a:bodyPr/>
          <a:lstStyle/>
          <a:p>
            <a:r>
              <a:rPr lang="en-IN" sz="4000" b="1" u="sng" dirty="0"/>
              <a:t>COURSES &amp; TRADES OFFERED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C3E879-59CB-A9B1-17AF-26BCE79EF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397943"/>
              </p:ext>
            </p:extLst>
          </p:nvPr>
        </p:nvGraphicFramePr>
        <p:xfrm>
          <a:off x="1669195" y="1271672"/>
          <a:ext cx="8283698" cy="518160"/>
        </p:xfrm>
        <a:graphic>
          <a:graphicData uri="http://schemas.openxmlformats.org/drawingml/2006/table">
            <a:tbl>
              <a:tblPr/>
              <a:tblGrid>
                <a:gridCol w="4021695">
                  <a:extLst>
                    <a:ext uri="{9D8B030D-6E8A-4147-A177-3AD203B41FA5}">
                      <a16:colId xmlns:a16="http://schemas.microsoft.com/office/drawing/2014/main" val="3458606128"/>
                    </a:ext>
                  </a:extLst>
                </a:gridCol>
                <a:gridCol w="4262003">
                  <a:extLst>
                    <a:ext uri="{9D8B030D-6E8A-4147-A177-3AD203B41FA5}">
                      <a16:colId xmlns:a16="http://schemas.microsoft.com/office/drawing/2014/main" val="1673812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Trade/Course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/>
                        <a:t>Major Skills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743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1FB0FA-6E03-93CE-7FF1-7B91918F2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393598"/>
              </p:ext>
            </p:extLst>
          </p:nvPr>
        </p:nvGraphicFramePr>
        <p:xfrm>
          <a:off x="1093482" y="1611301"/>
          <a:ext cx="8947150" cy="36576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2972326705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166318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00755"/>
                  </a:ext>
                </a:extLst>
              </a:tr>
            </a:tbl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18CD994-4C99-DB52-124B-CCDC458FB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237816"/>
              </p:ext>
            </p:extLst>
          </p:nvPr>
        </p:nvGraphicFramePr>
        <p:xfrm>
          <a:off x="859694" y="2138159"/>
          <a:ext cx="2668952" cy="2742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E9F819B-BD97-3493-8FCC-368D0F82D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440244"/>
              </p:ext>
            </p:extLst>
          </p:nvPr>
        </p:nvGraphicFramePr>
        <p:xfrm>
          <a:off x="7151749" y="2129461"/>
          <a:ext cx="3586590" cy="3016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83548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CFB9-3809-EFE4-A4E1-5549F145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127" y="173606"/>
            <a:ext cx="8239981" cy="871990"/>
          </a:xfrm>
        </p:spPr>
        <p:txBody>
          <a:bodyPr/>
          <a:lstStyle/>
          <a:p>
            <a:r>
              <a:rPr lang="en-IN" b="1" u="sng" dirty="0"/>
              <a:t>INFRASTRUCTURTE &amp; FACILITIES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8AA0-66CC-38F9-5D82-6C912253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542" y="1501933"/>
            <a:ext cx="5344381" cy="4195481"/>
          </a:xfrm>
        </p:spPr>
        <p:txBody>
          <a:bodyPr/>
          <a:lstStyle/>
          <a:p>
            <a:pPr lvl="0"/>
            <a:r>
              <a:rPr lang="en-IN" dirty="0"/>
              <a:t>Well-equipped practical laboratories </a:t>
            </a:r>
          </a:p>
          <a:p>
            <a:pPr lvl="0"/>
            <a:r>
              <a:rPr lang="en-IN" dirty="0"/>
              <a:t>Smart and spacious classrooms </a:t>
            </a:r>
          </a:p>
          <a:p>
            <a:pPr lvl="0"/>
            <a:r>
              <a:rPr lang="en-IN" dirty="0"/>
              <a:t>Computer laboratory </a:t>
            </a:r>
          </a:p>
          <a:p>
            <a:pPr lvl="0"/>
            <a:r>
              <a:rPr lang="en-IN" dirty="0"/>
              <a:t>Library and learning resources </a:t>
            </a:r>
          </a:p>
          <a:p>
            <a:pPr lvl="0"/>
            <a:r>
              <a:rPr lang="en-IN" dirty="0"/>
              <a:t>Workshop and training equipment </a:t>
            </a:r>
          </a:p>
          <a:p>
            <a:pPr lvl="0"/>
            <a:r>
              <a:rPr lang="en-IN" dirty="0"/>
              <a:t>Internet and digital learning facilities </a:t>
            </a:r>
          </a:p>
          <a:p>
            <a:pPr lvl="0"/>
            <a:r>
              <a:rPr lang="en-IN" dirty="0"/>
              <a:t>Safe and clean campus </a:t>
            </a:r>
          </a:p>
          <a:p>
            <a:pPr lvl="0"/>
            <a:r>
              <a:rPr lang="en-IN" dirty="0"/>
              <a:t>Sports and recreational facilities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31672-CD07-1D94-82BE-4BE5ADD8D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52492" y="1045595"/>
            <a:ext cx="5439508" cy="58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9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4B33-8473-7BA4-53E2-E742930F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729" y="220496"/>
            <a:ext cx="5860197" cy="895436"/>
          </a:xfrm>
        </p:spPr>
        <p:txBody>
          <a:bodyPr/>
          <a:lstStyle/>
          <a:p>
            <a:r>
              <a:rPr lang="en-IN" sz="4400" b="1" dirty="0"/>
              <a:t>TRAINING ACTIVITIES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CC01A-2B1D-1195-0EAC-4D8B6A778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404886"/>
              </p:ext>
            </p:extLst>
          </p:nvPr>
        </p:nvGraphicFramePr>
        <p:xfrm>
          <a:off x="1490175" y="1629509"/>
          <a:ext cx="8357210" cy="4560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605">
                  <a:extLst>
                    <a:ext uri="{9D8B030D-6E8A-4147-A177-3AD203B41FA5}">
                      <a16:colId xmlns:a16="http://schemas.microsoft.com/office/drawing/2014/main" val="1106126337"/>
                    </a:ext>
                  </a:extLst>
                </a:gridCol>
                <a:gridCol w="4178605">
                  <a:extLst>
                    <a:ext uri="{9D8B030D-6E8A-4147-A177-3AD203B41FA5}">
                      <a16:colId xmlns:a16="http://schemas.microsoft.com/office/drawing/2014/main" val="1136849508"/>
                    </a:ext>
                  </a:extLst>
                </a:gridCol>
              </a:tblGrid>
              <a:tr h="840051">
                <a:tc>
                  <a:txBody>
                    <a:bodyPr/>
                    <a:lstStyle/>
                    <a:p>
                      <a:r>
                        <a:rPr lang="en-IN" b="1" dirty="0"/>
                        <a:t>Classroom Training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267903"/>
                  </a:ext>
                </a:extLst>
              </a:tr>
              <a:tr h="1200073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Theory and concept-based learning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Hands-on workshop practice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69168"/>
                  </a:ext>
                </a:extLst>
              </a:tr>
              <a:tr h="840051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dirty="0"/>
                        <a:t>Interactive discussions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Laboratory experiments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449398"/>
                  </a:ext>
                </a:extLst>
              </a:tr>
              <a:tr h="840051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dirty="0"/>
                        <a:t>Digital presentations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Equipment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88190"/>
                  </a:ext>
                </a:extLst>
              </a:tr>
              <a:tr h="840051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dirty="0"/>
                        <a:t>Assignments and assessments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Project-based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23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A7E2-BA43-DF22-C91E-3A7CA391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834" y="202913"/>
            <a:ext cx="8946541" cy="813374"/>
          </a:xfrm>
        </p:spPr>
        <p:txBody>
          <a:bodyPr/>
          <a:lstStyle/>
          <a:p>
            <a:r>
              <a:rPr lang="en-IN" sz="4400" b="1" dirty="0"/>
              <a:t>STUDENT &amp; TRAINING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7ACF-AB68-2146-7546-8E04A9AE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67" y="1339216"/>
            <a:ext cx="6047765" cy="5369169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Student Development</a:t>
            </a:r>
            <a:endParaRPr lang="en-IN" dirty="0"/>
          </a:p>
          <a:p>
            <a:r>
              <a:rPr lang="en-IN" dirty="0"/>
              <a:t>➡ Technical Training</a:t>
            </a:r>
            <a:br>
              <a:rPr lang="en-IN" dirty="0"/>
            </a:br>
            <a:r>
              <a:rPr lang="en-IN" dirty="0"/>
              <a:t>➡ Practical Projects</a:t>
            </a:r>
            <a:br>
              <a:rPr lang="en-IN" dirty="0"/>
            </a:br>
            <a:r>
              <a:rPr lang="en-IN" dirty="0"/>
              <a:t>➡ Team Activities</a:t>
            </a:r>
            <a:br>
              <a:rPr lang="en-IN" dirty="0"/>
            </a:br>
            <a:r>
              <a:rPr lang="en-IN" dirty="0"/>
              <a:t>➡ Competitions</a:t>
            </a:r>
            <a:br>
              <a:rPr lang="en-IN" dirty="0"/>
            </a:br>
            <a:r>
              <a:rPr lang="en-IN" dirty="0"/>
              <a:t>➡ Industrial Visits</a:t>
            </a:r>
            <a:br>
              <a:rPr lang="en-IN" dirty="0"/>
            </a:br>
            <a:r>
              <a:rPr lang="en-IN" dirty="0"/>
              <a:t>➡ Soft Skills</a:t>
            </a:r>
            <a:br>
              <a:rPr lang="en-IN" dirty="0"/>
            </a:br>
            <a:r>
              <a:rPr lang="en-IN" dirty="0"/>
              <a:t>➡ Career Guidance</a:t>
            </a:r>
          </a:p>
          <a:p>
            <a:r>
              <a:rPr lang="en-IN" b="1" dirty="0"/>
              <a:t>Additional points:</a:t>
            </a:r>
            <a:endParaRPr lang="en-IN" dirty="0"/>
          </a:p>
          <a:p>
            <a:pPr lvl="0"/>
            <a:r>
              <a:rPr lang="en-IN" dirty="0"/>
              <a:t>Students participate in skill competitions. </a:t>
            </a:r>
          </a:p>
          <a:p>
            <a:pPr lvl="0"/>
            <a:r>
              <a:rPr lang="en-IN" dirty="0"/>
              <a:t>Teamwork and leadership skills are encouraged. </a:t>
            </a:r>
          </a:p>
          <a:p>
            <a:pPr lvl="0"/>
            <a:r>
              <a:rPr lang="en-IN" dirty="0"/>
              <a:t>Industrial visits provide real-world exposure. </a:t>
            </a:r>
          </a:p>
          <a:p>
            <a:pPr lvl="0"/>
            <a:r>
              <a:rPr lang="en-IN" dirty="0"/>
              <a:t>Career guidance helps students understand employment opportunities.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88D2D-C60E-A60F-EFF9-A4F839314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51078" y="1330278"/>
            <a:ext cx="4793396" cy="5234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F201DD-84C5-1CDA-B715-DDC7646A5ED2}"/>
              </a:ext>
            </a:extLst>
          </p:cNvPr>
          <p:cNvSpPr txBox="1"/>
          <p:nvPr/>
        </p:nvSpPr>
        <p:spPr>
          <a:xfrm>
            <a:off x="6517851" y="7031314"/>
            <a:ext cx="4570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abacademies.org/articles/the-best-practices-in-entrepreneurship-education-a-review-conceptual-model-and-propositions-16022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67519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6DFE-A2D6-F86D-BBE5-7AD893C0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208775"/>
            <a:ext cx="8802689" cy="801651"/>
          </a:xfrm>
        </p:spPr>
        <p:txBody>
          <a:bodyPr/>
          <a:lstStyle/>
          <a:p>
            <a:r>
              <a:rPr lang="en-IN" sz="4400" b="1" u="sng" dirty="0"/>
              <a:t>ACHIVEMENTS &amp;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6EE602-95F0-EE56-FBFF-F8617D98B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475482"/>
              </p:ext>
            </p:extLst>
          </p:nvPr>
        </p:nvGraphicFramePr>
        <p:xfrm>
          <a:off x="1103313" y="2052638"/>
          <a:ext cx="8947150" cy="3000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166051123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526332860"/>
                    </a:ext>
                  </a:extLst>
                </a:gridCol>
              </a:tblGrid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Trainees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078807"/>
                  </a:ext>
                </a:extLst>
              </a:tr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Electrician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351218"/>
                  </a:ext>
                </a:extLst>
              </a:tr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410969"/>
                  </a:ext>
                </a:extLst>
              </a:tr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Computer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67595"/>
                  </a:ext>
                </a:extLst>
              </a:tr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186187"/>
                  </a:ext>
                </a:extLst>
              </a:tr>
              <a:tr h="500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843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35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29DE-FE3C-5415-AC19-3253D739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035" y="226360"/>
            <a:ext cx="6704258" cy="766482"/>
          </a:xfrm>
        </p:spPr>
        <p:txBody>
          <a:bodyPr/>
          <a:lstStyle/>
          <a:p>
            <a:r>
              <a:rPr lang="en-IN" sz="4400" b="1" dirty="0"/>
              <a:t>EVENT &amp; CELEBRATIONS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3353-DF2B-6AC9-83BD-8EC79E85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728" y="1654334"/>
            <a:ext cx="4359642" cy="4195481"/>
          </a:xfrm>
        </p:spPr>
        <p:txBody>
          <a:bodyPr/>
          <a:lstStyle/>
          <a:p>
            <a:pPr lvl="0"/>
            <a:r>
              <a:rPr lang="en-IN" dirty="0"/>
              <a:t>Independence Day Celebration </a:t>
            </a:r>
          </a:p>
          <a:p>
            <a:pPr lvl="0"/>
            <a:r>
              <a:rPr lang="en-IN" dirty="0"/>
              <a:t>Republic Day Celebration </a:t>
            </a:r>
          </a:p>
          <a:p>
            <a:pPr lvl="0"/>
            <a:r>
              <a:rPr lang="en-IN" dirty="0"/>
              <a:t>Teachers’ Day </a:t>
            </a:r>
          </a:p>
          <a:p>
            <a:pPr lvl="0"/>
            <a:r>
              <a:rPr lang="en-IN" dirty="0"/>
              <a:t>Annual Sports Day </a:t>
            </a:r>
          </a:p>
          <a:p>
            <a:pPr lvl="0"/>
            <a:r>
              <a:rPr lang="en-IN" dirty="0"/>
              <a:t>Skill Competitions </a:t>
            </a:r>
          </a:p>
          <a:p>
            <a:pPr lvl="0"/>
            <a:r>
              <a:rPr lang="en-IN" dirty="0"/>
              <a:t>Awareness Programmes </a:t>
            </a:r>
          </a:p>
          <a:p>
            <a:pPr lvl="0"/>
            <a:r>
              <a:rPr lang="en-IN" dirty="0"/>
              <a:t>Workshops &amp; Seminars </a:t>
            </a:r>
          </a:p>
          <a:p>
            <a:pPr lvl="0"/>
            <a:r>
              <a:rPr lang="en-IN" dirty="0"/>
              <a:t>Industrial Visits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C261B-D8A5-F6C3-8F96-134AB686D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70985" y="1632267"/>
            <a:ext cx="4021015" cy="4041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F81897-A9AC-864F-56A6-9A3773E34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67164" y="1654333"/>
            <a:ext cx="3630125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9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7254-8757-228C-5999-1D23AACC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86" y="312041"/>
            <a:ext cx="10281138" cy="778205"/>
          </a:xfrm>
        </p:spPr>
        <p:txBody>
          <a:bodyPr/>
          <a:lstStyle/>
          <a:p>
            <a:r>
              <a:rPr lang="en-IN" sz="4000" b="1" dirty="0"/>
              <a:t>ROLE OF TECHNOLOGY &amp; AI IN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7925-88EB-413E-FE1E-26DDEBFC8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651" y="1513658"/>
            <a:ext cx="6229388" cy="3704492"/>
          </a:xfrm>
        </p:spPr>
        <p:txBody>
          <a:bodyPr>
            <a:normAutofit fontScale="92500"/>
          </a:bodyPr>
          <a:lstStyle/>
          <a:p>
            <a:pPr lvl="0"/>
            <a:r>
              <a:rPr lang="en-IN" dirty="0"/>
              <a:t>Smart classrooms improve interactive learning. </a:t>
            </a:r>
          </a:p>
          <a:p>
            <a:pPr lvl="0"/>
            <a:r>
              <a:rPr lang="en-IN" dirty="0"/>
              <a:t>Digital simulations help students understand complex concepts. </a:t>
            </a:r>
          </a:p>
          <a:p>
            <a:pPr lvl="0"/>
            <a:r>
              <a:rPr lang="en-IN" dirty="0"/>
              <a:t>AI tools support personalised learning. </a:t>
            </a:r>
          </a:p>
          <a:p>
            <a:pPr lvl="0"/>
            <a:r>
              <a:rPr lang="en-IN" dirty="0"/>
              <a:t>Online resources provide access to updated knowledge. </a:t>
            </a:r>
          </a:p>
          <a:p>
            <a:pPr lvl="0"/>
            <a:r>
              <a:rPr lang="en-IN" dirty="0"/>
              <a:t>AI can assist in project ideas, research and problem-solving. </a:t>
            </a:r>
          </a:p>
          <a:p>
            <a:pPr lvl="0"/>
            <a:r>
              <a:rPr lang="en-IN" dirty="0"/>
              <a:t>Digital tools improve productivity and technical skills.</a:t>
            </a:r>
          </a:p>
          <a:p>
            <a:endParaRPr lang="en-IN" dirty="0"/>
          </a:p>
        </p:txBody>
      </p:sp>
      <p:pic>
        <p:nvPicPr>
          <p:cNvPr id="9" name="Graphic 8" descr="Open book with solid fill">
            <a:extLst>
              <a:ext uri="{FF2B5EF4-FFF2-40B4-BE49-F238E27FC236}">
                <a16:creationId xmlns:a16="http://schemas.microsoft.com/office/drawing/2014/main" id="{4A1016CA-5DD1-2BD8-8A7B-CDDC4992A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0358" y="565793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CB0AA-A122-E5BE-94C5-F8E72E57BBC0}"/>
              </a:ext>
            </a:extLst>
          </p:cNvPr>
          <p:cNvSpPr txBox="1"/>
          <p:nvPr/>
        </p:nvSpPr>
        <p:spPr>
          <a:xfrm>
            <a:off x="934915" y="5630124"/>
            <a:ext cx="6160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https://youtube.com/shorts/UnOhz4fdmI0?si=BdEyuhzF1T4Etybe</a:t>
            </a:r>
          </a:p>
        </p:txBody>
      </p:sp>
      <p:pic>
        <p:nvPicPr>
          <p:cNvPr id="4" name="Online Media 3" title="How to make ai video? #ai #shorts">
            <a:hlinkClick r:id="" action="ppaction://media"/>
            <a:extLst>
              <a:ext uri="{FF2B5EF4-FFF2-40B4-BE49-F238E27FC236}">
                <a16:creationId xmlns:a16="http://schemas.microsoft.com/office/drawing/2014/main" id="{C00CF853-3C8F-BDFE-7FB0-E0C2E5BBCA8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784758" y="0"/>
            <a:ext cx="387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54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AC1D-047A-4619-B4B5-D1F19500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163" y="164124"/>
            <a:ext cx="8333766" cy="836820"/>
          </a:xfrm>
        </p:spPr>
        <p:txBody>
          <a:bodyPr/>
          <a:lstStyle/>
          <a:p>
            <a:r>
              <a:rPr lang="en-IN" b="1" dirty="0"/>
              <a:t>FUTURE PLANS &amp;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187E-E772-874F-347F-7E788704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789" y="1535723"/>
            <a:ext cx="4418257" cy="515815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Future Plans</a:t>
            </a:r>
            <a:endParaRPr lang="en-IN" dirty="0"/>
          </a:p>
          <a:p>
            <a:pPr lvl="0"/>
            <a:r>
              <a:rPr lang="en-IN" dirty="0"/>
              <a:t>Upgrade laboratories and workshops </a:t>
            </a:r>
          </a:p>
          <a:p>
            <a:pPr lvl="0"/>
            <a:r>
              <a:rPr lang="en-IN" dirty="0"/>
              <a:t>Introduce emerging technologies </a:t>
            </a:r>
          </a:p>
          <a:p>
            <a:pPr lvl="0"/>
            <a:r>
              <a:rPr lang="en-IN" dirty="0"/>
              <a:t>Strengthen industry collaboration </a:t>
            </a:r>
          </a:p>
          <a:p>
            <a:pPr lvl="0"/>
            <a:r>
              <a:rPr lang="en-IN" dirty="0"/>
              <a:t>Increase digital learning </a:t>
            </a:r>
          </a:p>
          <a:p>
            <a:pPr lvl="0"/>
            <a:r>
              <a:rPr lang="en-IN" dirty="0"/>
              <a:t>Organise more skill-development programmes </a:t>
            </a:r>
          </a:p>
          <a:p>
            <a:pPr lvl="0"/>
            <a:r>
              <a:rPr lang="en-IN" dirty="0"/>
              <a:t>Encourage innovation and entrepreneurship </a:t>
            </a:r>
          </a:p>
          <a:p>
            <a:r>
              <a:rPr lang="en-IN" b="1" dirty="0"/>
              <a:t>Opportunities for Students</a:t>
            </a:r>
            <a:endParaRPr lang="en-IN" dirty="0"/>
          </a:p>
          <a:p>
            <a:pPr lvl="0"/>
            <a:r>
              <a:rPr lang="en-IN" dirty="0"/>
              <a:t>Employment </a:t>
            </a:r>
          </a:p>
          <a:p>
            <a:pPr lvl="0"/>
            <a:r>
              <a:rPr lang="en-IN" dirty="0"/>
              <a:t>Apprenticeships </a:t>
            </a:r>
          </a:p>
          <a:p>
            <a:pPr lvl="0"/>
            <a:r>
              <a:rPr lang="en-IN" dirty="0"/>
              <a:t>Entrepreneurship </a:t>
            </a:r>
          </a:p>
          <a:p>
            <a:pPr lvl="0"/>
            <a:r>
              <a:rPr lang="en-IN" dirty="0"/>
              <a:t>Higher education </a:t>
            </a:r>
          </a:p>
          <a:p>
            <a:pPr lvl="0"/>
            <a:r>
              <a:rPr lang="en-IN" dirty="0"/>
              <a:t>Industry certifications </a:t>
            </a:r>
          </a:p>
          <a:p>
            <a:pPr lvl="0"/>
            <a:r>
              <a:rPr lang="en-IN" dirty="0"/>
              <a:t>Competitive skill programmes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34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23DB-7970-C780-0D94-B4D6F2E3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27" y="470220"/>
            <a:ext cx="3351458" cy="740103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62A7-3DAD-6400-058A-CB280782D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327" y="1677780"/>
            <a:ext cx="6657365" cy="2331511"/>
          </a:xfrm>
        </p:spPr>
        <p:txBody>
          <a:bodyPr/>
          <a:lstStyle/>
          <a:p>
            <a:r>
              <a:rPr lang="en-IN" dirty="0"/>
              <a:t>Our institute continues to focus on quality training, practical learning, innovation and overall student development.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Three key points: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9D6D3E-F638-C429-E67F-B03D058CA7C6}"/>
              </a:ext>
            </a:extLst>
          </p:cNvPr>
          <p:cNvSpPr/>
          <p:nvPr/>
        </p:nvSpPr>
        <p:spPr>
          <a:xfrm>
            <a:off x="4167554" y="3628291"/>
            <a:ext cx="2344616" cy="533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Quality Training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D2241596-9CBF-756A-B1AB-D6DE7FF9FCB4}"/>
              </a:ext>
            </a:extLst>
          </p:cNvPr>
          <p:cNvSpPr/>
          <p:nvPr/>
        </p:nvSpPr>
        <p:spPr>
          <a:xfrm>
            <a:off x="4906108" y="4161692"/>
            <a:ext cx="504092" cy="5334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073272-755E-501F-290B-01C8A5C6F6AA}"/>
              </a:ext>
            </a:extLst>
          </p:cNvPr>
          <p:cNvSpPr/>
          <p:nvPr/>
        </p:nvSpPr>
        <p:spPr>
          <a:xfrm>
            <a:off x="4167554" y="4727331"/>
            <a:ext cx="2344616" cy="507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Practical Skills</a:t>
            </a: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1EFA4309-FAE6-DC26-8202-BA511FE35254}"/>
              </a:ext>
            </a:extLst>
          </p:cNvPr>
          <p:cNvSpPr/>
          <p:nvPr/>
        </p:nvSpPr>
        <p:spPr>
          <a:xfrm>
            <a:off x="4906108" y="5234353"/>
            <a:ext cx="515996" cy="4630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AF6D6E-D2D9-EC78-D393-D94C39D9CB08}"/>
              </a:ext>
            </a:extLst>
          </p:cNvPr>
          <p:cNvSpPr/>
          <p:nvPr/>
        </p:nvSpPr>
        <p:spPr>
          <a:xfrm>
            <a:off x="4167554" y="5741375"/>
            <a:ext cx="2397188" cy="507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Successful Careers</a:t>
            </a:r>
          </a:p>
        </p:txBody>
      </p:sp>
    </p:spTree>
    <p:extLst>
      <p:ext uri="{BB962C8B-B14F-4D97-AF65-F5344CB8AC3E}">
        <p14:creationId xmlns:p14="http://schemas.microsoft.com/office/powerpoint/2010/main" val="230432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9" grpId="0" animBg="1"/>
      <p:bldP spid="44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4B78-4A38-7226-EE92-EB7D3C07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16600" b="1" dirty="0"/>
          </a:p>
        </p:txBody>
      </p:sp>
      <p:pic>
        <p:nvPicPr>
          <p:cNvPr id="4" name="Picture 3" descr="Thank You Images for PPT (9).jpg (1024×1024)">
            <a:extLst>
              <a:ext uri="{FF2B5EF4-FFF2-40B4-BE49-F238E27FC236}">
                <a16:creationId xmlns:a16="http://schemas.microsoft.com/office/drawing/2014/main" id="{F10A3E76-9336-DC8E-C2B3-4F96D318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409</Words>
  <Application>Microsoft Office PowerPoint</Application>
  <PresentationFormat>Widescreen</PresentationFormat>
  <Paragraphs>102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Wingdings</vt:lpstr>
      <vt:lpstr>Wingdings 3</vt:lpstr>
      <vt:lpstr>Ion</vt:lpstr>
      <vt:lpstr>PowerPoint Presentation</vt:lpstr>
      <vt:lpstr>ABOUT OUR INSTITUTE </vt:lpstr>
      <vt:lpstr>COURSES &amp; TRADES OFFERED</vt:lpstr>
      <vt:lpstr>INFRASTRUCTURTE &amp; FACILITIES</vt:lpstr>
      <vt:lpstr>TRAINING ACTIVITIES</vt:lpstr>
      <vt:lpstr>STUDENT &amp; TRAINING ACTIVITIES</vt:lpstr>
      <vt:lpstr>ACHIVEMENTS &amp; PERFORMANCE</vt:lpstr>
      <vt:lpstr>EVENT &amp; CELEBRATIONS</vt:lpstr>
      <vt:lpstr>ROLE OF TECHNOLOGY &amp; AI IN TRAINING</vt:lpstr>
      <vt:lpstr>FUTURE PLANS &amp; OPPORTUNITIES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Supriya</dc:creator>
  <cp:lastModifiedBy>Supriya</cp:lastModifiedBy>
  <cp:revision>28</cp:revision>
  <dcterms:created xsi:type="dcterms:W3CDTF">2026-08-20T19:28:59Z</dcterms:created>
  <dcterms:modified xsi:type="dcterms:W3CDTF">2026-08-21T05:04:22Z</dcterms:modified>
</cp:coreProperties>
</file>